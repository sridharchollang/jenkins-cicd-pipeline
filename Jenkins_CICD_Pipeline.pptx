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64008" cy="6858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33A2F"/>
                </a:solidFill>
              </a:rPr>
              <a:t>with 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GitHub  .  Maven  .  SonarQube  .  Docker  . 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AB0"/>
                </a:solidFill>
              </a:rPr>
              <a:t>End-to-End Automation — from Code Commit to Production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1572768" cy="3657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114800"/>
            <a:ext cx="1572768" cy="36576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4114800"/>
            <a:ext cx="1572768" cy="3657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114800"/>
            <a:ext cx="1572768" cy="3657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411480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2588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214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0DA"/>
                </a:solidFill>
              </a:rPr>
              <a:t>Automation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43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0"/>
                </a:solidFill>
              </a:rPr>
              <a:t>Open Source  |  1800+ Plugins  |  Pipeline as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What we will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4864" cy="1143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33A2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Core concepts &amp; 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4864" cy="114300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59ED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End-to-end flow diagram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39896"/>
            <a:ext cx="54864" cy="114300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292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Webhooks, branches &amp;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038344"/>
            <a:ext cx="54864" cy="114300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1585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Maven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Compile, test &amp; package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143000"/>
            <a:ext cx="54864" cy="114300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5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9BCD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7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SonarQube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7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Static analysis &amp; quality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2441448"/>
            <a:ext cx="54864" cy="114300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1E2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7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Build &amp; push container images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3739896"/>
            <a:ext cx="54864" cy="1143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5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26CE5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7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Kubernetes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Rolling updates to cluster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5038344"/>
            <a:ext cx="54864" cy="1143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5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7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Full pipeline code walkthrough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1143000"/>
            <a:ext cx="54864" cy="11430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04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200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679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Why this pipeline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The world's leading open-source CI/CD automation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9144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9144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"Jenkins is the automation butler that never sleeps — it builds, tests and deploys your code on every commit, automatically."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40280"/>
            <a:ext cx="3749039" cy="5486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3A2F"/>
                </a:solidFill>
              </a:rPr>
              <a:t>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Free forever, 1800+ plugins, huge global community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240280"/>
            <a:ext cx="3749039" cy="5486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59ED8"/>
                </a:solidFill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Automates build, test and deploy — zero manual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240280"/>
            <a:ext cx="3749039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GitHub, Docker, K8s, Maven, SonarQube and 1800+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49039" cy="5486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200"/>
                </a:solidFill>
              </a:rPr>
              <a:t>Pipeline as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Jenkinsfile lives in Git — versioned and peer-reviewed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749039"/>
            <a:ext cx="3749039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Continuous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Runs on every commit — catches bugs at the earliest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749039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Scalable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Master-agent architecture supports thousands of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End-to-end flow — code commit to live production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" y="1965960"/>
            <a:ext cx="1664208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" y="2112264"/>
            <a:ext cx="329184" cy="32918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&amp;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5416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5416" y="1965960"/>
            <a:ext cx="1664208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0280" y="2112264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5416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5416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1965960"/>
            <a:ext cx="1664208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23944" y="2112264"/>
            <a:ext cx="329184" cy="329184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23944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1585"/>
                </a:solidFill>
              </a:rPr>
              <a:t>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Unit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744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52744" y="1965960"/>
            <a:ext cx="1664208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7607" y="2112264"/>
            <a:ext cx="329184" cy="329184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7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9BCD"/>
                </a:solidFill>
              </a:rPr>
              <a:t>SonarQube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2744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Quality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6408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36408" y="1965960"/>
            <a:ext cx="1664208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91272" y="2112264"/>
            <a:ext cx="329184" cy="329184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6408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36408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8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Push Image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8904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7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0072" y="1965960"/>
            <a:ext cx="1664208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74936" y="2112264"/>
            <a:ext cx="329184" cy="32918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493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007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26CE5"/>
                </a:solidFill>
              </a:rPr>
              <a:t>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Deploy 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007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Cluster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Developer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pushes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85416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Webhook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5416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triggers job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Compile &amp;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unit tests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2744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2744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gate check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6408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Image built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36408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&amp; pushed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007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Pods rolling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007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out live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" y="4709160"/>
            <a:ext cx="11585448" cy="5486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80974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Entire pipeline completes in under 10 min  .  Every commit gets identical treatment  .  Zero manual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Source control, webhooks and branching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48640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GitHub Triggers Jenkins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7393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Developer pushes code to a branch on 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04872"/>
            <a:ext cx="329184" cy="32918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41448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Webhook fires HTTP POST to Jenkins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329184" cy="32918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08960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receives payload with branch and commit SHA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39896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581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76472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Multibranch Pipeline job is triggered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07408"/>
            <a:ext cx="329184" cy="32918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43984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checks out the exact commit from 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93207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1149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Jenkinsfile is read from repo root — pipeline 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15568"/>
            <a:ext cx="5806440" cy="23957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115568"/>
            <a:ext cx="580644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 Pipeline Config —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6276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8653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103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triggers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340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    githubPush()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5786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8163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540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2918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529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7673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005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657600"/>
            <a:ext cx="5806440" cy="26243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3657600"/>
            <a:ext cx="5806440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 Branching 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224528"/>
            <a:ext cx="141732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26110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42793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Production-ready, protected branch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709160"/>
            <a:ext cx="1417320" cy="347472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474573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7640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Integration and testing branch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193792"/>
            <a:ext cx="1417320" cy="34747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52303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feature/*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5248655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New features — PR back to develop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5678424"/>
            <a:ext cx="1417320" cy="347472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71500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hotfix/*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7332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Emergency fixes merged direct to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Maven Build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Compile  &gt;  Test  &gt;  Package  &gt;  Archive the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1585"/>
                </a:solidFill>
              </a:rPr>
              <a:t>mvn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Validates project structure is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mvn 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Compiles all Java source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mvn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JUnit and Mockito unit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9191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mvn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Creates deployable JAR or WAR artifact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679191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mvn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integration tests and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679191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mvn 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Saves artifact to local Maven repository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11521440" cy="129844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389120"/>
            <a:ext cx="115214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80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Maven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stage('Maven Build') {  steps { sh 'mvn clean package -DskipTests=false' }  post { always { junit 'target/surefire-reports/*.xml' }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SonarQube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static analysis — catch bugs before they reach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SonarQube Analyses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1389888" cy="36576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7393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Real errors that will cause application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32304"/>
            <a:ext cx="138988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8716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Security holes like SQL injection and XSS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45536"/>
            <a:ext cx="138988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 Smells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00400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Maintainability issues and dead code blocks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58768"/>
            <a:ext cx="138988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9534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13631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Percentage of code covered by unit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38988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085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6268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Copy-paste code that needs refactoring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85232"/>
            <a:ext cx="138988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4009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Cyclomatic complexity score per method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115568"/>
            <a:ext cx="5943600" cy="23042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Gate — Pass to Proceed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6916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 Bugs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691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0939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Coverage &gt;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093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4963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Security Rating =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496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8986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Duplications &lt; 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898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9200"/>
                </a:solidFill>
              </a:rPr>
              <a:t>WARN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566160"/>
            <a:ext cx="5943600" cy="271576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7880" y="3566160"/>
            <a:ext cx="5943600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6576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SonarQube 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11480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stage('SonarQube Analysis')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430682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environment {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449884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scannerHome = tool 'SonarScanner'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9087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88289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507492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withSonarQubeEnv('SonarQube')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26694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sh '$scannerHome/bin/sonar-scanner'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545896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65099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200"/>
                </a:solidFill>
              </a:rPr>
              <a:t>    waitForQualityGate abortPipeline: true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84301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603504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Containerisation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Build once, run anywhere — package your app as a container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Defines the image — base OS, copy JAR, set entry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Jenkins builds the image using the Dockerfile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Tag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Tagged with BUILD_NUMBER and branch for full traceability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Image pushed to Docker Registry — ECR or DockerHub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548640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880360"/>
            <a:ext cx="64008" cy="33375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Sample Dockerfile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FROM openjdk:17-jdk-slim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WORKDIR /app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COPY target/app.jar app.jar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EXPOSE 8080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ENV JAVA_OPTS=""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ENTRYPOINT ["java", "-jar", "app.jar"]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880360"/>
            <a:ext cx="585216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880360"/>
            <a:ext cx="585216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971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Docker 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42900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1E2"/>
                </a:solidFill>
              </a:rPr>
              <a:t>stage('Docker Build &amp; Push')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3016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3133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script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03250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def img = docker.build('myapp:${BUILD_NUMBER}')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23367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docker.withRegistry(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3484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'https://registry.io',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3600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'docker-credentials')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3717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3834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img.push('latest')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2395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44068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64184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84301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Kubernetes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rolling updates, health checks and instant 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Kubernetes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9222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Manages rolling updates and replica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157276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41401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Stable DNS entry and load balancing for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80944"/>
            <a:ext cx="157276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35808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Routes external HTTP/S traffic into the 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3931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5760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Injects non-sensitive configuration into pods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157276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611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Stores passwords, tokens and TLS certificates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57276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90118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Logical isolation — dev, staging,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68112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0468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Rolling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52297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Zero-downtime deployments — pods replaced gradually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115568"/>
            <a:ext cx="5943600" cy="235915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Deploy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166420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6CE5"/>
                </a:solidFill>
              </a:rPr>
              <a:t>stage('Deploy to Kubernetes')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188366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21031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kubernetesDeploy(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232257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kubeconfigId: 'k8s-config',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25420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configs: 'k8s/deployment.yaml'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276148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298094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320040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3630168"/>
            <a:ext cx="5943600" cy="26517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3630168"/>
            <a:ext cx="594360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7216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deployment.yaml — Rolling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16966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spec: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3434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replicas: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45171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strategy: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46908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type: RollingUpdate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4607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rollingUpdate: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038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maxUnavailable: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21207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maxSurge: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3858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template: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3328" y="555955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spec: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53328" y="57332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containers: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590702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- image: myapp:${BUILD_NUMBER}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608075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ports: [{containerPort: 8080}]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One file in your Git repo — the entire pipeline defined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5193792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93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34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002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environment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830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DOCKER_IMAGE = "myapp:${BUILD_NUMBER}"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65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SONAR_TOKEN = credentials('sonar-token')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317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5146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8803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1585"/>
                </a:solidFill>
              </a:rPr>
              <a:t>    stage('Maven Build')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2461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4290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sh 'mvn clean package'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junit 'target/surefire-reports/*.xml'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94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977639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605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9BCD"/>
                </a:solidFill>
              </a:rPr>
              <a:t>    stage('SonarQube')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262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withSonarQubeEnv('SonarServer')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091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sh 'mvn sonar:sonar'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8920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749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    waitForQualityGate abortPipeline: 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2578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4406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234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91E2"/>
                </a:solidFill>
              </a:rPr>
              <a:t>    stage('Docker Build &amp; Push')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4173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6002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script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783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def img = docker.build(DOCKER_IMAGE)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965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docker.withRegistry(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148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'https://registry.io',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3317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'docker-creds')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514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6974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img.push('latest')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803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 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0632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2461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611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6CE5"/>
                </a:solidFill>
              </a:rPr>
              <a:t>    stage('Deploy to K8s')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94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kubernetesDeploy(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1605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kubeconfigId: 'k8s-config',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343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configs: 'k8s/deployment.yaml'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5262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  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709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8920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257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post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4406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always { cleanWs()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623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Why this pipeline pays for itself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Faster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Deployments go from days to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3A2F"/>
                </a:solidFill>
              </a:rPr>
              <a:t>Fewer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Catch issues at commit time, not in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Security Built-in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SonarQube flags vulnerabilities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Identical build process on every single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3017520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Auto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Kubernetes reverts if health checks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017520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Full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Every step logged, traceable and auditable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10912"/>
            <a:ext cx="11521440" cy="65836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010912"/>
            <a:ext cx="115214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Best Practices:  Store Jenkinsfile in Git  .  Use credentials() — never hardcode secrets  .  Pin image tags  .  Enable branch protection  .  Set quality gate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87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33A2F"/>
                </a:solidFill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01568"/>
            <a:ext cx="9418320" cy="45720"/>
          </a:xfrm>
          <a:prstGeom prst="rect">
            <a:avLst/>
          </a:prstGeom>
          <a:solidFill>
            <a:srgbClr val="3A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657600"/>
            <a:ext cx="1706880" cy="47548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Source &amp; 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120" y="3657600"/>
            <a:ext cx="1706880" cy="4754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412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412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2440" y="3657600"/>
            <a:ext cx="1706880" cy="47548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244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44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Build &amp;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657600"/>
            <a:ext cx="1706880" cy="47548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Code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9080" y="3657600"/>
            <a:ext cx="1706880" cy="47548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908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908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Containerise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77400" y="3657600"/>
            <a:ext cx="1706880" cy="4754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74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Deploy &amp;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AB0"/>
                </a:solidFill>
              </a:rPr>
              <a:t>Code Commit  -&gt;  Build  -&gt;  Test  -&gt;  Quality Check  -&gt;  Docker Image  -&gt;  Kubernetes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End-to-End Automation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